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46564-077C-4A97-9D04-63ECACA0EBA3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419A3-AB5A-4128-A53B-EE13044FC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83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5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8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2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6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1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0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2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6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466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94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1919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35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95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3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4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58F096-D730-E00C-9767-AFBFB3842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9" y="-55085"/>
            <a:ext cx="9342043" cy="69130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BA9F0-3FCA-F824-D7EF-951B74D14085}"/>
              </a:ext>
            </a:extLst>
          </p:cNvPr>
          <p:cNvSpPr txBox="1"/>
          <p:nvPr/>
        </p:nvSpPr>
        <p:spPr>
          <a:xfrm>
            <a:off x="521109" y="2290914"/>
            <a:ext cx="26448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POLYMERS</a:t>
            </a:r>
          </a:p>
          <a:p>
            <a:endParaRPr lang="en-IN" sz="36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IN" sz="36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IN" sz="2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2A599-45A0-A2BB-A2A9-EFA0BC4534A2}"/>
              </a:ext>
            </a:extLst>
          </p:cNvPr>
          <p:cNvSpPr txBox="1"/>
          <p:nvPr/>
        </p:nvSpPr>
        <p:spPr>
          <a:xfrm>
            <a:off x="6253316" y="4552335"/>
            <a:ext cx="31168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PRESENTAION BY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 1)RAHUL GM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 2)RAJENDRA</a:t>
            </a:r>
          </a:p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  3)RAKSHITHA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89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Polymers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Polymers are macromolecules made of repeating units (monomers).</a:t>
            </a:r>
          </a:p>
          <a:p>
            <a:r>
              <a:rPr dirty="0"/>
              <a:t>They are widely used in daily life and industries.</a:t>
            </a:r>
          </a:p>
          <a:p>
            <a:r>
              <a:rPr dirty="0"/>
              <a:t>Examples include plastics, rubber, and fibers.</a:t>
            </a:r>
          </a:p>
          <a:p>
            <a:r>
              <a:rPr dirty="0"/>
              <a:t>They can be natural or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polymer is a large molecule formed by repeated bonding of monomers.</a:t>
            </a:r>
          </a:p>
          <a:p>
            <a:r>
              <a:t>These chains can be linear, branched, or cross-linked.</a:t>
            </a:r>
          </a:p>
          <a:p>
            <a:r>
              <a:t>They have high molecular weight.</a:t>
            </a:r>
          </a:p>
          <a:p>
            <a:r>
              <a:t>Example: Polyethylene from ethene.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43665"/>
            <a:ext cx="6591985" cy="1885335"/>
          </a:xfrm>
        </p:spPr>
        <p:txBody>
          <a:bodyPr/>
          <a:lstStyle/>
          <a:p>
            <a:r>
              <a:rPr dirty="0"/>
              <a:t>Monomers are small reactive molecules.</a:t>
            </a:r>
          </a:p>
          <a:p>
            <a:r>
              <a:rPr dirty="0"/>
              <a:t>They join together through chemical reactions.</a:t>
            </a:r>
          </a:p>
          <a:p>
            <a:r>
              <a:rPr dirty="0"/>
              <a:t>Can be identical or different molecules.</a:t>
            </a:r>
          </a:p>
          <a:p>
            <a:r>
              <a:rPr dirty="0"/>
              <a:t>Examples: Ethene, Propene, Vinyl chloride.</a:t>
            </a:r>
          </a:p>
        </p:txBody>
      </p:sp>
      <p:pic>
        <p:nvPicPr>
          <p:cNvPr id="2052" name="Picture 4" descr="What is the monomer of polyethene? Draw the structure of the monommer  stated. | Homework.Study.com">
            <a:extLst>
              <a:ext uri="{FF2B5EF4-FFF2-40B4-BE49-F238E27FC236}">
                <a16:creationId xmlns:a16="http://schemas.microsoft.com/office/drawing/2014/main" id="{85417470-4115-CA62-2819-7697BA54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733" y="3360020"/>
            <a:ext cx="3173864" cy="273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8361" y="1671484"/>
            <a:ext cx="7266040" cy="2035277"/>
          </a:xfrm>
        </p:spPr>
        <p:txBody>
          <a:bodyPr/>
          <a:lstStyle/>
          <a:p>
            <a:r>
              <a:rPr dirty="0"/>
              <a:t>Process of converting monomers into polymers.</a:t>
            </a:r>
          </a:p>
          <a:p>
            <a:r>
              <a:rPr dirty="0"/>
              <a:t>Involves chemical bonding between molecules.</a:t>
            </a:r>
          </a:p>
          <a:p>
            <a:r>
              <a:rPr dirty="0"/>
              <a:t>Requires initiators, catalysts, or heat.</a:t>
            </a:r>
          </a:p>
          <a:p>
            <a:r>
              <a:rPr dirty="0"/>
              <a:t>Two main types: Addition and Condensation.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1030" name="Picture 6" descr="Polymerization">
            <a:extLst>
              <a:ext uri="{FF2B5EF4-FFF2-40B4-BE49-F238E27FC236}">
                <a16:creationId xmlns:a16="http://schemas.microsoft.com/office/drawing/2014/main" id="{2E347105-BF01-D34B-7904-A7D65E7C0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84960"/>
            <a:ext cx="4876800" cy="229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 Polymerization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Monomers contain double bonds.</a:t>
            </a:r>
          </a:p>
          <a:p>
            <a:r>
              <a:t>No by-products are formed.</a:t>
            </a:r>
          </a:p>
          <a:p>
            <a:r>
              <a:t>Chain reaction mechanism.</a:t>
            </a:r>
          </a:p>
          <a:p>
            <a:r>
              <a:t>Example: Polyethylene, PVC.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Condensation Polymerization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Monomers contain functional groups like -OH, -COOH.</a:t>
            </a:r>
          </a:p>
          <a:p>
            <a:r>
              <a:t>Small molecules like water or HCl are released.</a:t>
            </a:r>
          </a:p>
          <a:p>
            <a:r>
              <a:t>Step-growth mechanism.</a:t>
            </a:r>
          </a:p>
          <a:p>
            <a:r>
              <a:t>Example: Nylon, Polyester.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Based on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1572768"/>
          </a:xfrm>
        </p:spPr>
        <p:txBody>
          <a:bodyPr/>
          <a:lstStyle/>
          <a:p>
            <a:r>
              <a:rPr dirty="0"/>
              <a:t>Natural polymers: Found in nature (rubber, proteins, DNA).</a:t>
            </a:r>
          </a:p>
          <a:p>
            <a:r>
              <a:rPr dirty="0"/>
              <a:t>Semi-synthetic: Modified natural polymers.</a:t>
            </a:r>
          </a:p>
          <a:p>
            <a:r>
              <a:rPr dirty="0"/>
              <a:t>Synthetic polymers: Man-made (plastics, nylon).</a:t>
            </a:r>
          </a:p>
        </p:txBody>
      </p:sp>
      <p:pic>
        <p:nvPicPr>
          <p:cNvPr id="4098" name="Picture 2" descr="Uses of Polymer, Natural, Synthetic &amp; Mixed Organic Polymer - Chemistry |  AESL">
            <a:extLst>
              <a:ext uri="{FF2B5EF4-FFF2-40B4-BE49-F238E27FC236}">
                <a16:creationId xmlns:a16="http://schemas.microsoft.com/office/drawing/2014/main" id="{157032ED-55C1-0D3A-1E88-265C809F8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707486"/>
            <a:ext cx="6589199" cy="30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Classification Based 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1280890"/>
          </a:xfrm>
        </p:spPr>
        <p:txBody>
          <a:bodyPr/>
          <a:lstStyle/>
          <a:p>
            <a:r>
              <a:rPr dirty="0"/>
              <a:t>Linear polymers: Straight chains (HDPE).</a:t>
            </a:r>
          </a:p>
          <a:p>
            <a:r>
              <a:rPr dirty="0"/>
              <a:t>Branched polymers: Side chains present (LDPE).</a:t>
            </a:r>
          </a:p>
          <a:p>
            <a:r>
              <a:rPr dirty="0"/>
              <a:t>Cross-linked: Network structure (Bakelite).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AF3A962-AA4D-83FB-DAB0-B08447533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20" y="3756072"/>
            <a:ext cx="4888991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Classification Based on Thermal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1755648"/>
          </a:xfrm>
        </p:spPr>
        <p:txBody>
          <a:bodyPr/>
          <a:lstStyle/>
          <a:p>
            <a:r>
              <a:rPr dirty="0"/>
              <a:t>Thermoplastics: Can be reshaped on heating.</a:t>
            </a:r>
          </a:p>
          <a:p>
            <a:r>
              <a:rPr dirty="0"/>
              <a:t>Examples: PVC, Polystyrene.</a:t>
            </a:r>
          </a:p>
          <a:p>
            <a:r>
              <a:rPr dirty="0"/>
              <a:t>Thermosetting: Cannot be reshaped after heating.</a:t>
            </a:r>
          </a:p>
          <a:p>
            <a:r>
              <a:rPr dirty="0"/>
              <a:t>Examples: Bakelite, Epoxy.</a:t>
            </a:r>
          </a:p>
        </p:txBody>
      </p:sp>
      <p:pic>
        <p:nvPicPr>
          <p:cNvPr id="5122" name="Picture 2" descr="Difference Between Thermoplastic and ...">
            <a:extLst>
              <a:ext uri="{FF2B5EF4-FFF2-40B4-BE49-F238E27FC236}">
                <a16:creationId xmlns:a16="http://schemas.microsoft.com/office/drawing/2014/main" id="{31BA5D6D-11BB-9EED-1128-30AEBA7A3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3902818"/>
            <a:ext cx="6413863" cy="247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and strong.</a:t>
            </a:r>
          </a:p>
          <a:p>
            <a:r>
              <a:t>Flexible and durable.</a:t>
            </a:r>
          </a:p>
          <a:p>
            <a:r>
              <a:t>Resistant to chemicals and corrosion.</a:t>
            </a:r>
          </a:p>
          <a:p>
            <a:r>
              <a:t>Good electrical and thermal insulators.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472" y="1852749"/>
            <a:ext cx="6591985" cy="1576251"/>
          </a:xfrm>
        </p:spPr>
        <p:txBody>
          <a:bodyPr/>
          <a:lstStyle/>
          <a:p>
            <a:r>
              <a:rPr dirty="0"/>
              <a:t>Used in packaging materials (plastic bottles, bags).</a:t>
            </a:r>
          </a:p>
          <a:p>
            <a:r>
              <a:rPr dirty="0"/>
              <a:t>Textiles (nylon, polyester).</a:t>
            </a:r>
          </a:p>
          <a:p>
            <a:r>
              <a:rPr dirty="0"/>
              <a:t>Automobile parts and </a:t>
            </a:r>
            <a:r>
              <a:rPr dirty="0" err="1"/>
              <a:t>tyres</a:t>
            </a:r>
            <a:r>
              <a:rPr dirty="0"/>
              <a:t>.</a:t>
            </a:r>
          </a:p>
          <a:p>
            <a:r>
              <a:rPr dirty="0"/>
              <a:t>Medical uses (syringes, implants).</a:t>
            </a:r>
          </a:p>
        </p:txBody>
      </p:sp>
      <p:pic>
        <p:nvPicPr>
          <p:cNvPr id="6146" name="Picture 2" descr="Applications of polymers in daily life. | Download Scientific Diagram">
            <a:extLst>
              <a:ext uri="{FF2B5EF4-FFF2-40B4-BE49-F238E27FC236}">
                <a16:creationId xmlns:a16="http://schemas.microsoft.com/office/drawing/2014/main" id="{F08B2CCA-B9F5-B4AD-1EA2-1C3FFBA4D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39" y="3661953"/>
            <a:ext cx="7088371" cy="300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41417"/>
            <a:ext cx="6591985" cy="1887583"/>
          </a:xfrm>
        </p:spPr>
        <p:txBody>
          <a:bodyPr/>
          <a:lstStyle/>
          <a:p>
            <a:r>
              <a:rPr dirty="0"/>
              <a:t>Polyethylene (PE): Packaging.</a:t>
            </a:r>
          </a:p>
          <a:p>
            <a:r>
              <a:rPr dirty="0"/>
              <a:t>PVC: Pipes and cables.</a:t>
            </a:r>
          </a:p>
          <a:p>
            <a:r>
              <a:rPr dirty="0"/>
              <a:t>Nylon: Fibers and textiles.</a:t>
            </a:r>
          </a:p>
          <a:p>
            <a:r>
              <a:rPr dirty="0"/>
              <a:t>Bakelite: Electrical switches.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cost and easily available.</a:t>
            </a:r>
          </a:p>
          <a:p>
            <a:r>
              <a:t>Highly versatile in applications.</a:t>
            </a:r>
          </a:p>
          <a:p>
            <a:r>
              <a:t>Lightweight and strong.</a:t>
            </a:r>
          </a:p>
          <a:p>
            <a:r>
              <a:t>Resistant to water and chemicals.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Polymers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Non-biodegradable causing pollution.</a:t>
            </a:r>
          </a:p>
          <a:p>
            <a:r>
              <a:t>Difficult to recycle some plastics.</a:t>
            </a:r>
          </a:p>
          <a:p>
            <a:r>
              <a:t>Release toxic gases on burning.</a:t>
            </a:r>
          </a:p>
          <a:p>
            <a:r>
              <a:t>Environmental impact is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Polymers play a vital role in modern life.</a:t>
            </a:r>
          </a:p>
          <a:p>
            <a:r>
              <a:t>Used in almost every industry.</a:t>
            </a:r>
          </a:p>
          <a:p>
            <a:r>
              <a:t>Need proper disposal and recycling.</a:t>
            </a:r>
          </a:p>
          <a:p>
            <a:r>
              <a:t>Future focus on biodegradable polymers.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usiness marketing flyers banners ...">
            <a:extLst>
              <a:ext uri="{FF2B5EF4-FFF2-40B4-BE49-F238E27FC236}">
                <a16:creationId xmlns:a16="http://schemas.microsoft.com/office/drawing/2014/main" id="{C2A90627-8791-557E-3A6E-D35A7418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76800A-00A0-C11A-F50C-6269C079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5442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</TotalTime>
  <Words>458</Words>
  <Application>Microsoft Office PowerPoint</Application>
  <PresentationFormat>On-screen Show (4:3)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Century Gothic</vt:lpstr>
      <vt:lpstr>Wingdings 3</vt:lpstr>
      <vt:lpstr>Wisp</vt:lpstr>
      <vt:lpstr>PowerPoint Presentation</vt:lpstr>
      <vt:lpstr>Polymers - Introduction</vt:lpstr>
      <vt:lpstr>Definition of Polymers</vt:lpstr>
      <vt:lpstr>Monomers</vt:lpstr>
      <vt:lpstr>Polymerization</vt:lpstr>
      <vt:lpstr>Addition Polymerization</vt:lpstr>
      <vt:lpstr>Condensation Polymerization</vt:lpstr>
      <vt:lpstr>Classification Based on Source</vt:lpstr>
      <vt:lpstr>Classification Based on Structure</vt:lpstr>
      <vt:lpstr>Classification Based on Thermal Behavior</vt:lpstr>
      <vt:lpstr>Properties of Polymers</vt:lpstr>
      <vt:lpstr>Applications of Polymers</vt:lpstr>
      <vt:lpstr>Examples of Polymers</vt:lpstr>
      <vt:lpstr>Advantages of Polymers</vt:lpstr>
      <vt:lpstr>Disadvantages of Polymers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Polymers - Introduction</dc:title>
  <dc:subject/>
  <dc:creator>Windows</dc:creator>
  <cp:keywords/>
  <dc:description>generated using python-pptx</dc:description>
  <cp:lastModifiedBy>Rahul G M</cp:lastModifiedBy>
  <cp:revision>4</cp:revision>
  <dcterms:created xsi:type="dcterms:W3CDTF">2013-01-27T09:14:16Z</dcterms:created>
  <dcterms:modified xsi:type="dcterms:W3CDTF">2026-04-26T14:07:48Z</dcterms:modified>
  <cp:category/>
</cp:coreProperties>
</file>